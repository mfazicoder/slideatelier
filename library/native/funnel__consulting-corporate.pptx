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9169" y="685800"/>
            <a:ext cx="6827350" cy="1289304"/>
          </a:xfrm>
          <a:prstGeom prst="rect">
            <a:avLst/>
          </a:prstGeom>
          <a:solidFill>
            <a:srgbClr val="1F3A5F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44052" y="685800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Awareness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1904" y="2084832"/>
            <a:ext cx="5461880" cy="1289304"/>
          </a:xfrm>
          <a:prstGeom prst="rect">
            <a:avLst/>
          </a:prstGeom>
          <a:solidFill>
            <a:srgbClr val="574B53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44052" y="2084832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Consideration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84639" y="3483864"/>
            <a:ext cx="4096410" cy="1289304"/>
          </a:xfrm>
          <a:prstGeom prst="rect">
            <a:avLst/>
          </a:prstGeom>
          <a:solidFill>
            <a:srgbClr val="8F5C47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44052" y="3483864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7374" y="4882896"/>
            <a:ext cx="2730940" cy="1289304"/>
          </a:xfrm>
          <a:prstGeom prst="rect">
            <a:avLst/>
          </a:prstGeom>
          <a:solidFill>
            <a:srgbClr val="C86E3C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44052" y="4882896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