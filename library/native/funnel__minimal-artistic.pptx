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9169" y="685800"/>
            <a:ext cx="6827350" cy="1289304"/>
          </a:xfrm>
          <a:prstGeom prst="rect">
            <a:avLst/>
          </a:prstGeom>
          <a:solidFill>
            <a:srgbClr val="1A1A1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4052" y="685800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100">
                <a:solidFill>
                  <a:srgbClr val="737373"/>
                </a:solidFill>
                <a:latin typeface="Inter"/>
              </a:rPr>
              <a:t>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1904" y="2084832"/>
            <a:ext cx="5461880" cy="1289304"/>
          </a:xfrm>
          <a:prstGeom prst="rect">
            <a:avLst/>
          </a:prstGeom>
          <a:solidFill>
            <a:srgbClr val="59392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4052" y="2084832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100">
                <a:solidFill>
                  <a:srgbClr val="737373"/>
                </a:solidFill>
                <a:latin typeface="Inter"/>
              </a:rPr>
              <a:t>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4639" y="3483864"/>
            <a:ext cx="4096410" cy="1289304"/>
          </a:xfrm>
          <a:prstGeom prst="rect">
            <a:avLst/>
          </a:prstGeom>
          <a:solidFill>
            <a:srgbClr val="995842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4052" y="3483864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100">
                <a:solidFill>
                  <a:srgbClr val="737373"/>
                </a:solidFill>
                <a:latin typeface="Inter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7374" y="4882896"/>
            <a:ext cx="2730940" cy="1289304"/>
          </a:xfrm>
          <a:prstGeom prst="rect">
            <a:avLst/>
          </a:prstGeom>
          <a:solidFill>
            <a:srgbClr val="D9775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4052" y="4882896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100">
                <a:solidFill>
                  <a:srgbClr val="737373"/>
                </a:solidFill>
                <a:latin typeface="Inter"/>
              </a:rPr>
              <a:t>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