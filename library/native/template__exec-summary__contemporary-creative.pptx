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10728693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5B21B6"/>
                </a:solidFill>
                <a:latin typeface="Inter"/>
              </a:rPr>
              <a:t>Contemporary Creative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259840"/>
            <a:ext cx="1287443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01" y="1371600"/>
            <a:ext cx="10728693" cy="1234440"/>
          </a:xfrm>
          <a:prstGeom prst="roundRect">
            <a:avLst/>
          </a:prstGeom>
          <a:solidFill>
            <a:srgbClr val="E6D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l"/>
            <a:r>
              <a:rPr sz="1600" b="1">
                <a:solidFill>
                  <a:srgbClr val="5B21B6"/>
                </a:solidFill>
                <a:latin typeface="Inter"/>
              </a:rPr>
              <a:t>Sample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Inter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01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3029" y="3058668"/>
            <a:ext cx="9525" cy="32095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7137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Inter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7137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8665" y="3058668"/>
            <a:ext cx="9525" cy="32095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2773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Inter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2773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