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342900"/>
            <a:ext cx="10728693" cy="891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Fraunces"/>
              </a:rPr>
              <a:t>Minimal Artistic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01" y="1259840"/>
            <a:ext cx="1287443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01" y="1371600"/>
            <a:ext cx="10728693" cy="1234440"/>
          </a:xfrm>
          <a:prstGeom prst="rect">
            <a:avLst/>
          </a:prstGeom>
          <a:solidFill>
            <a:srgbClr val="F7E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l"/>
            <a:r>
              <a:rPr sz="1700" b="1">
                <a:solidFill>
                  <a:srgbClr val="1A1A1A"/>
                </a:solidFill>
                <a:latin typeface="Inter"/>
              </a:rPr>
              <a:t>Sample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01" y="2880360"/>
            <a:ext cx="3397419" cy="4992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Fraunce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01" y="3430422"/>
            <a:ext cx="3397419" cy="3016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Inter"/>
              </a:rPr>
              <a:t>•  x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3029" y="3058668"/>
            <a:ext cx="9525" cy="3209544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7137" y="2880360"/>
            <a:ext cx="3397419" cy="4992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Fraunce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7137" y="3430422"/>
            <a:ext cx="3397419" cy="3016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Inter"/>
              </a:rPr>
              <a:t>•  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8665" y="3058668"/>
            <a:ext cx="9525" cy="3209544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2773" y="2880360"/>
            <a:ext cx="3397419" cy="4992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Fraunces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2773" y="3430422"/>
            <a:ext cx="3397419" cy="3016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Inter"/>
              </a:rPr>
              <a:t>•  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