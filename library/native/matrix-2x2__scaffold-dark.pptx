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67809" y="685800"/>
            <a:ext cx="4602358" cy="2468880"/>
          </a:xfrm>
          <a:prstGeom prst="rect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 rIns="101600" bIns="101600"/>
          <a:lstStyle/>
          <a:p>
            <a:pPr algn="ctr"/>
            <a:r>
              <a:rPr sz="1100">
                <a:solidFill>
                  <a:srgbClr val="E5E7EB"/>
                </a:solidFill>
                <a:latin typeface="JetBrains Mono"/>
              </a:rPr>
              <a:t>Low / 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370167" y="685800"/>
            <a:ext cx="4602358" cy="2468880"/>
          </a:xfrm>
          <a:prstGeom prst="rect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 rIns="101600" bIns="101600"/>
          <a:lstStyle/>
          <a:p>
            <a:pPr algn="ctr"/>
            <a:r>
              <a:rPr sz="1100">
                <a:solidFill>
                  <a:srgbClr val="E5E7EB"/>
                </a:solidFill>
                <a:latin typeface="JetBrains Mono"/>
              </a:rPr>
              <a:t>High / 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767809" y="3154680"/>
            <a:ext cx="4602358" cy="2468880"/>
          </a:xfrm>
          <a:prstGeom prst="rect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 rIns="101600" bIns="101600"/>
          <a:lstStyle/>
          <a:p>
            <a:pPr algn="ctr"/>
            <a:r>
              <a:rPr sz="1100">
                <a:solidFill>
                  <a:srgbClr val="E5E7EB"/>
                </a:solidFill>
                <a:latin typeface="JetBrains Mono"/>
              </a:rPr>
              <a:t>Low / High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370167" y="3154680"/>
            <a:ext cx="4602358" cy="2468880"/>
          </a:xfrm>
          <a:prstGeom prst="rect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 rIns="101600" bIns="101600"/>
          <a:lstStyle/>
          <a:p>
            <a:pPr algn="ctr"/>
            <a:r>
              <a:rPr sz="1100">
                <a:solidFill>
                  <a:srgbClr val="E5E7EB"/>
                </a:solidFill>
                <a:latin typeface="JetBrains Mono"/>
              </a:rPr>
              <a:t>High / 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685800"/>
            <a:ext cx="548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9CA3AF"/>
                </a:solidFill>
                <a:latin typeface="Inter"/>
              </a:rPr>
              <a:t>Y axis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7809" y="5623560"/>
            <a:ext cx="920471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CA3AF"/>
                </a:solidFill>
                <a:latin typeface="Inter"/>
              </a:rPr>
              <a:t>X axis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