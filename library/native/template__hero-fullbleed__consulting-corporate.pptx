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" y="4386580"/>
            <a:ext cx="762000" cy="50800"/>
          </a:xfrm>
          <a:prstGeom prst="rect">
            <a:avLst/>
          </a:prstGeom>
          <a:solidFill>
            <a:srgbClr val="C86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3418" y="4538980"/>
            <a:ext cx="10484859" cy="1229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Consulting Corporate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" y="5869940"/>
            <a:ext cx="10484859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Calibri"/>
              </a:rPr>
              <a:t>Sample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