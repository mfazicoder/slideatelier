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1219169" y="685800"/>
            <a:ext cx="1952622" cy="3017520"/>
          </a:xfrm>
          <a:prstGeom prst="chevron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Inbound logistics</a:t>
            </a:r>
          </a:p>
        </p:txBody>
      </p:sp>
      <p:sp>
        <p:nvSpPr>
          <p:cNvPr id="3" name="Chevron 2"/>
          <p:cNvSpPr/>
          <p:nvPr/>
        </p:nvSpPr>
        <p:spPr>
          <a:xfrm>
            <a:off x="2949902" y="685800"/>
            <a:ext cx="1952622" cy="3017520"/>
          </a:xfrm>
          <a:prstGeom prst="chevron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Operations</a:t>
            </a:r>
          </a:p>
        </p:txBody>
      </p:sp>
      <p:sp>
        <p:nvSpPr>
          <p:cNvPr id="4" name="Chevron 3"/>
          <p:cNvSpPr/>
          <p:nvPr/>
        </p:nvSpPr>
        <p:spPr>
          <a:xfrm>
            <a:off x="4680635" y="685800"/>
            <a:ext cx="1952622" cy="3017520"/>
          </a:xfrm>
          <a:prstGeom prst="chevron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Outbound logistics</a:t>
            </a:r>
          </a:p>
        </p:txBody>
      </p:sp>
      <p:sp>
        <p:nvSpPr>
          <p:cNvPr id="5" name="Chevron 4"/>
          <p:cNvSpPr/>
          <p:nvPr/>
        </p:nvSpPr>
        <p:spPr>
          <a:xfrm>
            <a:off x="6411368" y="685800"/>
            <a:ext cx="1952622" cy="3017520"/>
          </a:xfrm>
          <a:prstGeom prst="chevron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Marketing &amp; sales</a:t>
            </a:r>
          </a:p>
        </p:txBody>
      </p:sp>
      <p:sp>
        <p:nvSpPr>
          <p:cNvPr id="6" name="Chevron 5"/>
          <p:cNvSpPr/>
          <p:nvPr/>
        </p:nvSpPr>
        <p:spPr>
          <a:xfrm>
            <a:off x="8142101" y="685800"/>
            <a:ext cx="1952622" cy="3017520"/>
          </a:xfrm>
          <a:prstGeom prst="chevron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300" b="1">
                <a:solidFill>
                  <a:srgbClr val="FAF7F2"/>
                </a:solidFill>
                <a:latin typeface="Fraunces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169" y="3977640"/>
            <a:ext cx="2119039" cy="2194560"/>
          </a:xfrm>
          <a:prstGeom prst="rect">
            <a:avLst/>
          </a:prstGeom>
          <a:solidFill>
            <a:srgbClr val="EAEAEA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Inter"/>
              </a:rPr>
              <a:t>Firm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1341" y="3977640"/>
            <a:ext cx="2119039" cy="2194560"/>
          </a:xfrm>
          <a:prstGeom prst="rect">
            <a:avLst/>
          </a:prstGeom>
          <a:solidFill>
            <a:srgbClr val="EAEAEA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Inter"/>
              </a:rPr>
              <a:t>HR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23513" y="3977640"/>
            <a:ext cx="2119039" cy="2194560"/>
          </a:xfrm>
          <a:prstGeom prst="rect">
            <a:avLst/>
          </a:prstGeom>
          <a:solidFill>
            <a:srgbClr val="EAEAEA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Inter"/>
              </a:rPr>
              <a:t>Tech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5685" y="3977640"/>
            <a:ext cx="2119039" cy="2194560"/>
          </a:xfrm>
          <a:prstGeom prst="rect">
            <a:avLst/>
          </a:prstGeom>
          <a:solidFill>
            <a:srgbClr val="EAEAEA"/>
          </a:solidFill>
          <a:ln w="12700">
            <a:solidFill>
              <a:srgbClr val="737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Inter"/>
              </a:rPr>
              <a:t>Procurement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143491" y="1138428"/>
            <a:ext cx="780268" cy="2112264"/>
          </a:xfrm>
          <a:prstGeom prst="rightArrow">
            <a:avLst/>
          </a:prstGeom>
          <a:solidFill>
            <a:srgbClr val="D97757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1100" b="1">
                <a:solidFill>
                  <a:srgbClr val="FAF7F2"/>
                </a:solidFill>
                <a:latin typeface="Fraunces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