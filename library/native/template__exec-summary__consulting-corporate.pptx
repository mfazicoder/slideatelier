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1" y="342900"/>
            <a:ext cx="10728693" cy="891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A5F"/>
                </a:solidFill>
                <a:latin typeface="Calibri"/>
              </a:rPr>
              <a:t>Consulting Corporate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01" y="1259840"/>
            <a:ext cx="1287443" cy="38100"/>
          </a:xfrm>
          <a:prstGeom prst="rect">
            <a:avLst/>
          </a:prstGeom>
          <a:solidFill>
            <a:srgbClr val="C86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01" y="1371600"/>
            <a:ext cx="10728693" cy="1234440"/>
          </a:xfrm>
          <a:prstGeom prst="rect">
            <a:avLst/>
          </a:prstGeom>
          <a:solidFill>
            <a:srgbClr val="DD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52400" bIns="152400"/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Sample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01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01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3029" y="3058668"/>
            <a:ext cx="9525" cy="3209544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7137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7137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8665" y="3058668"/>
            <a:ext cx="9525" cy="3209544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2773" y="2880360"/>
            <a:ext cx="3397419" cy="4992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2773" y="3430422"/>
            <a:ext cx="3397419" cy="30160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