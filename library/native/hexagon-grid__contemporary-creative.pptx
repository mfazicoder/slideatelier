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6998606" y="2386584"/>
            <a:ext cx="1805517" cy="2084832"/>
          </a:xfrm>
          <a:prstGeom prst="hexagon">
            <a:avLst/>
          </a:prstGeom>
          <a:solidFill>
            <a:srgbClr val="FDD8B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PEOPLE</a:t>
            </a:r>
          </a:p>
        </p:txBody>
      </p:sp>
      <p:sp>
        <p:nvSpPr>
          <p:cNvPr id="3" name="Hexagon 2"/>
          <p:cNvSpPr/>
          <p:nvPr/>
        </p:nvSpPr>
        <p:spPr>
          <a:xfrm>
            <a:off x="6095848" y="822960"/>
            <a:ext cx="1805517" cy="2084832"/>
          </a:xfrm>
          <a:prstGeom prst="hexagon">
            <a:avLst/>
          </a:prstGeom>
          <a:solidFill>
            <a:srgbClr val="DED2F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PROCESS</a:t>
            </a:r>
          </a:p>
        </p:txBody>
      </p:sp>
      <p:sp>
        <p:nvSpPr>
          <p:cNvPr id="4" name="Hexagon 3"/>
          <p:cNvSpPr/>
          <p:nvPr/>
        </p:nvSpPr>
        <p:spPr>
          <a:xfrm>
            <a:off x="4290330" y="822960"/>
            <a:ext cx="1805517" cy="2084832"/>
          </a:xfrm>
          <a:prstGeom prst="hexagon">
            <a:avLst/>
          </a:prstGeom>
          <a:solidFill>
            <a:srgbClr val="FDD8B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DATA</a:t>
            </a:r>
          </a:p>
        </p:txBody>
      </p:sp>
      <p:sp>
        <p:nvSpPr>
          <p:cNvPr id="5" name="Hexagon 4"/>
          <p:cNvSpPr/>
          <p:nvPr/>
        </p:nvSpPr>
        <p:spPr>
          <a:xfrm>
            <a:off x="3387571" y="2386584"/>
            <a:ext cx="1805517" cy="2084832"/>
          </a:xfrm>
          <a:prstGeom prst="hexagon">
            <a:avLst/>
          </a:prstGeom>
          <a:solidFill>
            <a:srgbClr val="DED2F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TECH</a:t>
            </a:r>
          </a:p>
        </p:txBody>
      </p:sp>
      <p:sp>
        <p:nvSpPr>
          <p:cNvPr id="6" name="Hexagon 5"/>
          <p:cNvSpPr/>
          <p:nvPr/>
        </p:nvSpPr>
        <p:spPr>
          <a:xfrm>
            <a:off x="4290330" y="3950208"/>
            <a:ext cx="1805517" cy="2084832"/>
          </a:xfrm>
          <a:prstGeom prst="hexagon">
            <a:avLst/>
          </a:prstGeom>
          <a:solidFill>
            <a:srgbClr val="FDD8B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CULTURE</a:t>
            </a:r>
          </a:p>
        </p:txBody>
      </p:sp>
      <p:sp>
        <p:nvSpPr>
          <p:cNvPr id="7" name="Hexagon 6"/>
          <p:cNvSpPr/>
          <p:nvPr/>
        </p:nvSpPr>
        <p:spPr>
          <a:xfrm>
            <a:off x="6095848" y="3950208"/>
            <a:ext cx="1805517" cy="2084832"/>
          </a:xfrm>
          <a:prstGeom prst="hexagon">
            <a:avLst/>
          </a:prstGeom>
          <a:solidFill>
            <a:srgbClr val="DED2F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STRATEGY</a:t>
            </a:r>
          </a:p>
        </p:txBody>
      </p:sp>
      <p:sp>
        <p:nvSpPr>
          <p:cNvPr id="8" name="Hexagon 7"/>
          <p:cNvSpPr/>
          <p:nvPr/>
        </p:nvSpPr>
        <p:spPr>
          <a:xfrm>
            <a:off x="5193089" y="2386584"/>
            <a:ext cx="1805517" cy="2084832"/>
          </a:xfrm>
          <a:prstGeom prst="hexagon">
            <a:avLst/>
          </a:prstGeom>
          <a:solidFill>
            <a:srgbClr val="5B21B6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