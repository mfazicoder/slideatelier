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" y="4437380"/>
            <a:ext cx="762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18" y="4589780"/>
            <a:ext cx="10484859" cy="1229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5E7EB"/>
                </a:solidFill>
                <a:latin typeface="JetBrains Mono"/>
              </a:rPr>
              <a:t>Scaffold 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5920740"/>
            <a:ext cx="104848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>
                <a:solidFill>
                  <a:srgbClr val="9CA3AF"/>
                </a:solidFill>
                <a:latin typeface="Inter"/>
              </a:rPr>
              <a:t>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