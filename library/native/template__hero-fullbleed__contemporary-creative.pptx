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" y="4437380"/>
            <a:ext cx="76200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418" y="4589780"/>
            <a:ext cx="10484859" cy="1229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Contemporary Creative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5920740"/>
            <a:ext cx="104848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Inter"/>
              </a:rPr>
              <a:t>Sample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