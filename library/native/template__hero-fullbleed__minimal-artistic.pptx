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18" y="4000500"/>
            <a:ext cx="762000" cy="508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3418" y="4152900"/>
            <a:ext cx="10484859" cy="156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>
                <a:solidFill>
                  <a:srgbClr val="1A1A1A"/>
                </a:solidFill>
                <a:latin typeface="Fraunces"/>
              </a:rPr>
              <a:t>Minimal Artistic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" y="5819140"/>
            <a:ext cx="10484859" cy="55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>
                <a:solidFill>
                  <a:srgbClr val="737373"/>
                </a:solidFill>
                <a:latin typeface="Inter"/>
              </a:rPr>
              <a:t>Sample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