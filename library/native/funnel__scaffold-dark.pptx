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9169" y="685800"/>
            <a:ext cx="6827350" cy="1289304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100" b="1">
                <a:solidFill>
                  <a:srgbClr val="E5E7EB"/>
                </a:solidFill>
                <a:latin typeface="JetBrains Mono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4052" y="685800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900">
                <a:solidFill>
                  <a:srgbClr val="9CA3AF"/>
                </a:solidFill>
                <a:latin typeface="Inter"/>
              </a:rPr>
              <a:t>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1904" y="2084832"/>
            <a:ext cx="5461880" cy="1289304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100" b="1">
                <a:solidFill>
                  <a:srgbClr val="E5E7EB"/>
                </a:solidFill>
                <a:latin typeface="JetBrains Mono"/>
              </a:rP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44052" y="2084832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900">
                <a:solidFill>
                  <a:srgbClr val="9CA3AF"/>
                </a:solidFill>
                <a:latin typeface="Inter"/>
              </a:rPr>
              <a:t>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84639" y="3483864"/>
            <a:ext cx="4096410" cy="1289304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100" b="1">
                <a:solidFill>
                  <a:srgbClr val="E5E7EB"/>
                </a:solidFill>
                <a:latin typeface="JetBrains Mono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4052" y="3483864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900">
                <a:solidFill>
                  <a:srgbClr val="9CA3AF"/>
                </a:solidFill>
                <a:latin typeface="Inter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7374" y="4882896"/>
            <a:ext cx="2730940" cy="1289304"/>
          </a:xfrm>
          <a:prstGeom prst="rect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50800" bIns="50800" wrap="square"/>
          <a:lstStyle/>
          <a:p>
            <a:pPr algn="ctr"/>
            <a:r>
              <a:rPr sz="1100" b="1">
                <a:solidFill>
                  <a:srgbClr val="E5E7EB"/>
                </a:solidFill>
                <a:latin typeface="JetBrains Mono"/>
              </a:rPr>
              <a:t>Stage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4052" y="4882896"/>
            <a:ext cx="2828474" cy="1289304"/>
          </a:xfrm>
          <a:prstGeom prst="rect">
            <a:avLst/>
          </a:prstGeom>
          <a:noFill/>
        </p:spPr>
        <p:txBody>
          <a:bodyPr wrap="square" lIns="50800" rIns="50800" tIns="0" bIns="0">
            <a:spAutoFit/>
          </a:bodyPr>
          <a:lstStyle/>
          <a:p>
            <a:pPr algn="l"/>
            <a:r>
              <a:rPr sz="900">
                <a:solidFill>
                  <a:srgbClr val="9CA3AF"/>
                </a:solidFill>
                <a:latin typeface="Inter"/>
              </a:rPr>
              <a:t>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