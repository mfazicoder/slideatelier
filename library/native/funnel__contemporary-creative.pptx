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219169" y="685800"/>
            <a:ext cx="6827350" cy="1289304"/>
          </a:xfrm>
          <a:prstGeom prst="roundRect">
            <a:avLst/>
          </a:prstGeom>
          <a:solidFill>
            <a:srgbClr val="5B21B6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Stage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44052" y="685800"/>
            <a:ext cx="2828474" cy="1289304"/>
          </a:xfrm>
          <a:prstGeom prst="rect">
            <a:avLst/>
          </a:prstGeom>
          <a:noFill/>
        </p:spPr>
        <p:txBody>
          <a:bodyPr wrap="square" lIns="50800" rIns="50800" tIns="0" b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Inter"/>
              </a:rPr>
              <a:t>Awareness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01904" y="2084832"/>
            <a:ext cx="5461880" cy="1289304"/>
          </a:xfrm>
          <a:prstGeom prst="roundRect">
            <a:avLst/>
          </a:prstGeom>
          <a:solidFill>
            <a:srgbClr val="90468D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Stage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44052" y="2084832"/>
            <a:ext cx="2828474" cy="1289304"/>
          </a:xfrm>
          <a:prstGeom prst="rect">
            <a:avLst/>
          </a:prstGeom>
          <a:noFill/>
        </p:spPr>
        <p:txBody>
          <a:bodyPr wrap="square" lIns="50800" rIns="50800" tIns="0" b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Inter"/>
              </a:rPr>
              <a:t>Consideration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84639" y="3483864"/>
            <a:ext cx="4096410" cy="1289304"/>
          </a:xfrm>
          <a:prstGeom prst="roundRect">
            <a:avLst/>
          </a:prstGeom>
          <a:solidFill>
            <a:srgbClr val="C56C64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Stage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44052" y="3483864"/>
            <a:ext cx="2828474" cy="1289304"/>
          </a:xfrm>
          <a:prstGeom prst="rect">
            <a:avLst/>
          </a:prstGeom>
          <a:noFill/>
        </p:spPr>
        <p:txBody>
          <a:bodyPr wrap="square" lIns="50800" rIns="50800" tIns="0" b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Inter"/>
              </a:rPr>
              <a:t>Decision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67374" y="4882896"/>
            <a:ext cx="2730940" cy="1289304"/>
          </a:xfrm>
          <a:prstGeom prst="roundRect">
            <a:avLst/>
          </a:prstGeom>
          <a:solidFill>
            <a:srgbClr val="FB923C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Stage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44052" y="4882896"/>
            <a:ext cx="2828474" cy="1289304"/>
          </a:xfrm>
          <a:prstGeom prst="rect">
            <a:avLst/>
          </a:prstGeom>
          <a:noFill/>
        </p:spPr>
        <p:txBody>
          <a:bodyPr wrap="square" lIns="50800" rIns="50800" tIns="0" b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Inter"/>
              </a:rPr>
              <a:t>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